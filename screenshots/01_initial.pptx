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B49BE2-0F7D-D7A6-1A00-48C830F04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4095B5-BE29-F43E-FCAA-FD7837C1E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5BDD0B-0EA7-C173-0EEA-F3B9A366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0F90-E0F9-4FB3-B964-0BAA80B62A7E}" type="datetimeFigureOut">
              <a:rPr lang="ru-BY" smtClean="0"/>
              <a:t>05.04.2026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AC8C76-F813-12EE-38AA-8C3B82439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D40371-5CA7-2629-BD8B-FD7E2AA8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497B-C571-4DC3-9DE4-5DBC54E7567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64844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A05FE9-9F06-29DB-5EC3-2E64A94E8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823D7B-3994-E649-1A1E-7DEA4078E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A1816A-716B-5B15-48F6-40D47A768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0F90-E0F9-4FB3-B964-0BAA80B62A7E}" type="datetimeFigureOut">
              <a:rPr lang="ru-BY" smtClean="0"/>
              <a:t>05.04.2026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B68F4F-D7A2-C915-95F9-9E164C25E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31DB76-8913-8915-978F-F885CECC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497B-C571-4DC3-9DE4-5DBC54E7567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412063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6158C8-AFAA-8B51-B03E-3AF9E9E2A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0C14B1-4888-BB5A-B3A7-07CA677B5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82A884-F7ED-F456-7BC6-0A86B8A21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0F90-E0F9-4FB3-B964-0BAA80B62A7E}" type="datetimeFigureOut">
              <a:rPr lang="ru-BY" smtClean="0"/>
              <a:t>05.04.2026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160F50-15DB-0FA9-2387-D46B3810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69AA4C-8FFE-DA56-F309-A6A13F60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497B-C571-4DC3-9DE4-5DBC54E7567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94413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947F92-8D47-00D3-AA9F-718F2996F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D39668-0C92-1F9A-06F1-BEF871B7B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1BD6B2-44FF-2AC6-658D-68F518156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340F2C-F535-56D8-E401-26B099056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0F90-E0F9-4FB3-B964-0BAA80B62A7E}" type="datetimeFigureOut">
              <a:rPr lang="ru-BY" smtClean="0"/>
              <a:t>05.04.2026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910317-5D05-A676-1EEA-9FD60BD1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AA7400-B1A9-A239-0620-86461F96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497B-C571-4DC3-9DE4-5DBC54E7567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97139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160AC0-A631-9A22-5F53-B07E978EC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DE757A-73D3-FEE7-60ED-B608E302D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E799BD-EFD6-AA69-AAD8-99E4C007A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D8E393B-1084-C0F6-A6C0-96C4568A8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11829C6-9742-4942-7820-3A9C2306F6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91452A8-310E-7766-0272-DF64627C2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0F90-E0F9-4FB3-B964-0BAA80B62A7E}" type="datetimeFigureOut">
              <a:rPr lang="ru-BY" smtClean="0"/>
              <a:t>05.04.2026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E851F2E-4E22-6E68-D8D5-510B8FC8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EA3282B-FCF6-8120-378D-3037DA998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497B-C571-4DC3-9DE4-5DBC54E7567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449430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F810E0-6D72-7EF5-8897-F558533EB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F3A9237-4E87-1EB7-7517-D4AA6D460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0F90-E0F9-4FB3-B964-0BAA80B62A7E}" type="datetimeFigureOut">
              <a:rPr lang="ru-BY" smtClean="0"/>
              <a:t>05.04.2026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E99AADC-A078-ABDC-AAE2-D6A370423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9EF333-72E5-6C7C-68DE-003279D4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497B-C571-4DC3-9DE4-5DBC54E7567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613437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06B6824-1080-E1F6-6C17-A695A6491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0F90-E0F9-4FB3-B964-0BAA80B62A7E}" type="datetimeFigureOut">
              <a:rPr lang="ru-BY" smtClean="0"/>
              <a:t>05.04.2026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329634B-94A6-193B-13C6-9E1293F8F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621859-52BE-EC94-0459-9CBA60C37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497B-C571-4DC3-9DE4-5DBC54E7567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587563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CA9B23-E576-4614-8C50-6C14D6AF4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1CCEC4-B702-4219-1BAA-6C37269F5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A9262C-8920-09CD-EA98-32B83FD5C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555536-0687-89CA-B39C-B4D1C8DA1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0F90-E0F9-4FB3-B964-0BAA80B62A7E}" type="datetimeFigureOut">
              <a:rPr lang="ru-BY" smtClean="0"/>
              <a:t>05.04.2026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B7BC4B-83D0-6478-E2A6-263DF5D52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04E34E-AA09-FCA6-F2F6-F033A332D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497B-C571-4DC3-9DE4-5DBC54E7567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941747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8FBD3-B77D-D4EE-54B5-E1971992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6A40EF9-28F6-0036-03EA-CDF9C07FD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B6AD78-28D9-D0DC-A850-C160147A5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CFEEEB-2982-35B5-5146-960A93855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0F90-E0F9-4FB3-B964-0BAA80B62A7E}" type="datetimeFigureOut">
              <a:rPr lang="ru-BY" smtClean="0"/>
              <a:t>05.04.2026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21933D-B60B-8894-EDFC-80C300DC0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ED222F-7E5F-C6CA-1AC4-80A7A0302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497B-C571-4DC3-9DE4-5DBC54E7567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82095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C1FC5-2EA0-5D3F-86D4-24FE2199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BEC116-4F95-DCC2-D128-6CBEB0EB1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91BC87-277B-9595-0BF2-D1183E306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0F90-E0F9-4FB3-B964-0BAA80B62A7E}" type="datetimeFigureOut">
              <a:rPr lang="ru-BY" smtClean="0"/>
              <a:t>05.04.2026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CE903-C37B-8B47-B1F2-E27D15FFF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5505E7-DDFF-CB2F-2B07-580D5462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497B-C571-4DC3-9DE4-5DBC54E7567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854002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DCE6AF6-41A3-56C7-3CD1-7F3181ECF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B841F6-243D-F53F-7CE6-51B813AFE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20CD74-5B44-970F-6FB8-623E20540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0F90-E0F9-4FB3-B964-0BAA80B62A7E}" type="datetimeFigureOut">
              <a:rPr lang="ru-BY" smtClean="0"/>
              <a:t>05.04.2026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13E7BB-08DC-9894-2342-8F8AC3AD1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EA0710-CD3A-8454-3EA4-B93784B68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497B-C571-4DC3-9DE4-5DBC54E7567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733057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910D6-ACBC-FDAE-9CC0-425EC04F2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68EAD8-4703-6359-AA9A-D0FBDDF29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B34B32-9DA6-E0D6-84A9-FF8A66DC6E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6D0F90-E0F9-4FB3-B964-0BAA80B62A7E}" type="datetimeFigureOut">
              <a:rPr lang="ru-BY" smtClean="0"/>
              <a:t>05.04.2026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970FC7-F7D9-65CB-302A-F0A8E0216E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92DA60-1DCE-563E-3135-B79FFFAE9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4497B-C571-4DC3-9DE4-5DBC54E7567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49051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CF0256A-0A28-E728-6547-CC473288C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47" y="697964"/>
            <a:ext cx="10461081" cy="531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8672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Александр</dc:creator>
  <cp:lastModifiedBy>Александр Александр</cp:lastModifiedBy>
  <cp:revision>1</cp:revision>
  <dcterms:created xsi:type="dcterms:W3CDTF">2026-04-05T16:36:49Z</dcterms:created>
  <dcterms:modified xsi:type="dcterms:W3CDTF">2026-04-05T18:13:59Z</dcterms:modified>
</cp:coreProperties>
</file>